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1. 填入下面文段横线处的句子排序正确的一项是（   ） 友情是①，是共同经历的点点滴滴，在岁月里潺潺流淌；友情是②，是彼此心头的缕缕光亮，在成长中驱散阴云；友情是③，是拂过心田的丝丝畅快，在征途上平添惬意。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①一阵柔柔的轻风 ②一轮明媚的暖阳 ③一条清澈的小溪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①一条清澈的小溪 ②一轮明媚的暖阳 ③一阵柔柔的轻风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①一阵柔柔的轻风 ②一条清澈的小溪 ③一轮明媚的暖阳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①一条清澈的小溪 ②一阵柔柔的轻风 ③一轮明媚的暖阳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1. 填入下面文段横线处的句子排序正确的一项是（   ） 友情是①，是共同经历的点点滴滴，在岁月里潺潺流淌；友情是②，是彼此心头的缕缕光亮，在成长中驱散阴云；友情是③，是拂过心田的丝丝畅快，在征途上平添惬意。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①一阵柔柔的轻风 ②一轮明媚的暖阳 ③一条清澈的小溪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①一条清澈的小溪 ②一轮明媚的暖阳 ③一阵柔柔的轻风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①一阵柔柔的轻风 ②一条清澈的小溪 ③一轮明媚的暖阳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①一条清澈的小溪 ②一阵柔柔的轻风 ③一轮明媚的暖阳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1. 填入下面文段横线处的句子排序正确的一项是（   ） 友情是①，是共同经历的点点滴滴，在岁月里潺潺流淌；友情是②，是彼此心头的缕缕光亮，在成长中驱散阴云；友情是③，是拂过心田的丝丝畅快，在征途上平添惬意。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①一阵柔柔的轻风 ②一轮明媚的暖阳 ③一条清澈的小溪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①一条清澈的小溪 ②一轮明媚的暖阳 ③一阵柔柔的轻风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①一阵柔柔的轻风 ②一条清澈的小溪 ③一轮明媚的暖阳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①一条清澈的小溪 ②一阵柔柔的轻风 ③一轮明媚的暖阳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解析：第一空“潺潺流淌”对应“小溪”；第二空“缕缕光亮”对应“暖阳”；第三空“拂过心田”对应“轻风”。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2. 给空缺处选填语句，不恰当的一项是（   ） 班上进行经典诵读比赛，你的朗诵得到认可，班主任颁发奖品，你说：“A”；同学们邀请再诵一首，你推让不过说：“B”；结束后你笑着说：“C”；校长走进教室，你迎上去说：“D”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谢谢老师，这奖品将鼓励我继续前行。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好吧，那我只好献丑了。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怎么样，第一名不是浪得虚名吧。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感谢校长，您在百忙之中光临指导。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2. 给空缺处选填语句，不恰当的一项是（   ） 班上进行经典诵读比赛，你的朗诵得到认可，班主任颁发奖品，你说：“A”；同学们邀请再诵一首，你推让不过说：“B”；结束后你笑着说：“C”；校长走进教室，你迎上去说：“D”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谢谢老师，这奖品将鼓励我继续前行。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好吧，那我只好献丑了。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怎么样，第一名不是浪得虚名吧。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感谢校长，您在百忙之中光临指导。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2. 给空缺处选填语句，不恰当的一项是（   ） 班上进行经典诵读比赛，你的朗诵得到认可，班主任颁发奖品，你说：“A”；同学们邀请再诵一首，你推让不过说：“B”；结束后你笑着说：“C”；校长走进教室，你迎上去说：“D”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谢谢老师，这奖品将鼓励我继续前行。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好吧，那我只好献丑了。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怎么样，第一名不是浪得虚名吧。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感谢校长，您在百忙之中光临指导。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解析：“浪得虚名”指名实不符，用于自称显得不谦逊，不符合语言得体要求。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3. 某班围绕“学习名人读书方法”展开研讨，下面四位同学的发言中，偏离议题的一项是（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甲：郑板桥说：“善读书者曰攻，曰扫。”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乙：董遇说：“冬者岁之余，夜者日之余。”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丙：秦牧主张“牛嚼”和“鲸吞”。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丁：朱熹说读书有“心到、眼到、口到”。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3. 某班围绕“学习名人读书方法”展开研讨，下面四位同学的发言中，偏离议题的一项是（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甲：郑板桥说：“善读书者曰攻，曰扫。”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乙：董遇说：“冬者岁之余，夜者日之余。”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丙：秦牧主张“牛嚼”和“鲸吞”。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丁：朱熹说读书有“心到、眼到、口到”。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3. 某班围绕“学习名人读书方法”展开研讨，下面四位同学的发言中，偏离议题的一项是（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甲：郑板桥说：“善读书者曰攻，曰扫。”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乙：董遇说：“冬者岁之余，夜者日之余。”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丙：秦牧主张“牛嚼”和“鲸吞”。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丁：朱熹说读书有“心到、眼到、口到”。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解析：董遇的话侧重于如何合理利用“三余”时间，属于时间管理而非读书方法。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4. 班上举行“少年正是读书时”专题活动，下面四位同学的发言偏离议题的一项是（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今天是世界读书日，但读书不只在今天！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青年兴则国兴，青年强则国强。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每天读一点，沉淀为更好的自己。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无论是驱赶迷茫还是对抗平庸，读书都是好方法。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4. 班上举行“少年正是读书时”专题活动，下面四位同学的发言偏离议题的一项是（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今天是世界读书日，但读书不只在今天！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青年兴则国兴，青年强则国强。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每天读一点，沉淀为更好的自己。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无论是驱赶迷茫还是对抗平庸，读书都是好方法。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4. 班上举行“少年正是读书时”专题活动，下面四位同学的发言偏离议题的一项是（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今天是世界读书日，但读书不只在今天！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青年兴则国兴，青年强则国强。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每天读一点，沉淀为更好的自己。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无论是驱赶迷茫还是对抗平庸，读书都是好方法。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解析：“青年兴则国兴”谈论的是青年的责任与国家的关系，不符合读书专题活动内容。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5. 依次填入下面句子横线处的词语最恰当的一项是（   ） 中国绿水青山的“生态颜值”和“幸福指数”同步____，一条生态保护与经济发展____的绿色之路正在延展。书写新____，绘就新____。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提升 相映成趣 画卷 篇章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增加 相映成趣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提升 相得益彰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增加 相得益彰 画卷 篇章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5. 依次填入下面句子横线处的词语最恰当的一项是（   ） 中国绿水青山的“生态颜值”和“幸福指数”同步____，一条生态保护与经济发展____的绿色之路正在延展。书写新____，绘就新____。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提升 相映成趣 画卷 篇章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增加 相映成趣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提升 相得益彰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增加 相得益彰 画卷 篇章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5. 依次填入下面句子横线处的词语最恰当的一项是（   ） 中国绿水青山的“生态颜值”和“幸福指数”同步____，一条生态保护与经济发展____的绿色之路正在延展。书写新____，绘就新____。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提升 相映成趣 画卷 篇章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增加 相映成趣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提升 相得益彰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增加 相得益彰 画卷 篇章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解析：“指数”搭配“提升”；“相得益彰”指配合更佳；“书写”接“篇章”，“绘就”接“画卷”。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6. 下面一段与“中国山水画”有关的内容排序最恰当的一项是（   ） ④注重线条流畅；③注重墨色浓淡；①意境悠远蕴含感悟；⑤运用留白表现空灵；②创作需与时俱进。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④③①⑤②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①④③⑤②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④③⑤①②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①⑤④③②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6. 下面一段与“中国山水画”有关的内容排序最恰当的一项是（   ） ④注重线条流畅；③注重墨色浓淡；①意境悠远蕴含感悟；⑤运用留白表现空灵；②创作需与时俱进。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④③①⑤②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①④③⑤②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④③⑤①②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①⑤④③②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6. 下面一段与“中国山水画”有关的内容排序最恰当的一项是（   ） ④注重线条流畅；③注重墨色浓淡；①意境悠远蕴含感悟；⑤运用留白表现空灵；②创作需与时俱进。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④③①⑤②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①④③⑤②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④③⑤①②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①⑤④③②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解析：逻辑顺序从具体的笔墨笔触（④③）到意境感悟（①⑤），最后到时代意义（②）。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7. 下列情境中引用的语句不恰当的一项是（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“树欲静而风不止”告诉我们要及时孝敬。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老师指点解决了问题，所以我们要“不耻下问”。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赞叹西湖雨后：“望湖楼下水如天。”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珍惜时间多读书：“书到用时方恨少。”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7. 下列情境中引用的语句不恰当的一项是（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“树欲静而风不止”告诉我们要及时孝敬。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老师指点解决了问题，所以我们要“不耻下问”。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赞叹西湖雨后：“望湖楼下水如天。”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珍惜时间多读书：“书到用时方恨少。”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7. 下列情境中引用的语句不恰当的一项是（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“树欲静而风不止”告诉我们要及时孝敬。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老师指点解决了问题，所以我们要“不耻下问”。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赞叹西湖雨后：“望湖楼下水如天。”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珍惜时间多读书：“书到用时方恨少。”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解析：“不耻下问”指向不如自己的人请教，形容向老师请教属于语境错误。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8. 给图书馆打电话预约借阅，语言表达得体的一项是（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对外开放后，我再来致电垂询。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好的，等整理结束后我再电话预约。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以后我会在百忙之中再抽时间联系您。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等整理结束后，我再来光临。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8. 给图书馆打电话预约借阅，语言表达得体的一项是（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对外开放后，我再来致电垂询。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好的，等整理结束后我再电话预约。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以后我会在百忙之中再抽时间联系您。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等整理结束后，我再来光临。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8. 给图书馆打电话预约借阅，语言表达得体的一项是（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对外开放后，我再来致电垂询。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好的，等整理结束后我再电话预约。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以后我会在百忙之中再抽时间联系您。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等整理结束后，我再来光临。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解析：“垂询”、“百忙之中”、“光临”均为敬辞，不可用于指代自己的行为。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9. 汉字在演进过程中涵养着人的心性。_______，延续了薪火相传的中华文化。衔接最恰当的一项是（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它以无穷的魅力承载了灿烂的古代文明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汉字记载了中华文明的历史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它蕴含了中华民族丰富的精神内涵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汉字起到传承中华文明的作用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9. 汉字在演进过程中涵养着人的心性。_______，延续了薪火相传的中华文化。衔接最恰当的一项是（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它以无穷的魅力承载了灿烂的古代文明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汉字记载了中华文明的历史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它蕴含了中华民族丰富的精神内涵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汉字起到传承中华文明的作用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9. 汉字在演进过程中涵养着人的心性。_______，延续了薪火相传的中华文化。衔接最恰当的一项是（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它以无穷的魅力承载了灿烂的古代文明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汉字记载了中华文明的历史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它蕴含了中华民族丰富的精神内涵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汉字起到传承中华文明的作用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解析：A项以“它”代指汉字，并在逻辑上形成了从古代文明到中华文化的传承递进关系。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10. 张华想请语文老师指导稿子，下列表述最得体的一项是（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最近我笔耕不辍，写了拙作请您指导。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我写了拙作，作为您的高足请您指导。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文字不够成熟，请您不吝赐教。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希望您帮我改正不妥之处。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10. 张华想请语文老师指导稿子，下列表述最得体的一项是（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最近我笔耕不辍，写了拙作请您指导。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我写了拙作，作为您的高足请您指导。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文字不够成熟，请您不吝赐教。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希望您帮我改正不妥之处。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10. 张华想请语文老师指导稿子，下列表述最得体的一项是（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最近我笔耕不辍，写了拙作请您指导。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我写了拙作，作为您的高足请您指导。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文字不够成熟，请您不吝赐教。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希望您帮我改正不妥之处。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解析：“不吝赐教”是请人指教的得体用语；“笔耕不辍”自夸不谦虚；“高足”是称呼别人的学生。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11. 如果班级要组织一次读书交流活动，以下话题中不适合的一项是（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我的读书计划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读书活动主持人串词稿的编写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怎样激发阅读经典的兴趣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谈谈读书之乐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11. 如果班级要组织一次读书交流活动，以下话题中不适合的一项是（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我的读书计划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读书活动主持人串词稿的编写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怎样激发阅读经典的兴趣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谈谈读书之乐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11. 如果班级要组织一次读书交流活动，以下话题中不适合的一项是（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我的读书计划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读书活动主持人串词稿的编写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怎样激发阅读经典的兴趣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谈谈读书之乐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解析：“串词稿的编写”属于活动准备环节，不属于交流内容本身。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12. 排序合理的一项是（   ） ④常用笨得像猪形容；②然而事实并非如此；①实际上猪很聪明；⑤猪具有认知能力；③例如英国小猪具备技能。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④②①⑤③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①②③⑤④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④①②③⑤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①②⑤③④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12. 排序合理的一项是（   ） ④常用笨得像猪形容；②然而事实并非如此；①实际上猪很聪明；⑤猪具有认知能力；③例如英国小猪具备技能。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④②①⑤③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①②③⑤④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④①②③⑤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①②⑤③④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12. 排序合理的一项是（   ） ④常用笨得像猪形容；②然而事实并非如此；①实际上猪很聪明；⑤猪具有认知能力；③例如英国小猪具备技能。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④②①⑤③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①②③⑤④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④①②③⑤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①②⑤③④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解析：先提出普遍误解（④），转折引出事实（②①），最后通过科学观点及实例证明（⑤③）。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13. 下列句子中，表达最得体的一句是（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不买的物品请不要乱动，否则后果自负！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爷爷，不要逞能再到处疯跑了。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妈妈，为了健康，您还是少劳累一些吧。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你不是学习的料，就省省力气吧。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13. 下列句子中，表达最得体的一句是（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不买的物品请不要乱动，否则后果自负！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爷爷，不要逞能再到处疯跑了。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妈妈，为了健康，您还是少劳累一些吧。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你不是学习的料，就省省力气吧。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13. 下列句子中，表达最得体的一句是（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不买的物品请不要乱动，否则后果自负！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爷爷，不要逞能再到处疯跑了。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妈妈，为了健康，您还是少劳累一些吧。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你不是学习的料，就省省力气吧。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解析：C项语气诚恳关切。A项语气生硬，B项不礼貌，D项打击他人。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14. 下列加点字的注音，完全正确的一项是（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酝酿（niàng） 抽噎（yē） 罕至（hàn）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蜷曲（quán） 菡萏（hàn dàn） 蹒跚（shān）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蝉蜕（tuì） 盔甲（kūi） 参差（cēn）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坍塌（tān） 干涸（hé） 附和（hé）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14. 下列加点字的注音，完全正确的一项是（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酝酿（niàng） 抽噎（yē） 罕至（hàn）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蜷曲（quán） 菡萏（hàn dàn） 蹒跚（shān）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蝉蜕（tuì） 盔甲（kūi） 参差（cēn）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坍塌（tān） 干涸（hé） 附和（hé）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14. 下列加点字的注音，完全正确的一项是（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酝酿（niàng） 抽噎（yē） 罕至（hàn）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蜷曲（quán） 菡萏（hàn dàn） 蹒跚（shān）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蝉蜕（tuì） 盔甲（kūi） 参差（cēn）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坍塌（tān） 干涸（hé） 附和（hé）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解析：A“罕”应为 hǎn；C“盔”应为 kuī；D“和”应为 hè。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15. 依次填入空缺处的词语最恰当的一项是（   ） 笛声的____，小溪的____，夏荷的____。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清香 清脆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清脆 清香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清凉 清香 清脆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清脆 清凉 清香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15. 依次填入空缺处的词语最恰当的一项是（   ） 笛声的____，小溪的____，夏荷的____。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清香 清脆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清脆 清香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清凉 清香 清脆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清脆 清凉 清香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15. 依次填入空缺处的词语最恰当的一项是（   ） 笛声的____，小溪的____，夏荷的____。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清香 清脆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清脆 清香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清凉 清香 清脆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清脆 清凉 清香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解析：“清脆”修饰声音（笛声）；“清凉”修饰触感/溪水；“清香”修饰气味（荷花）。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16. 下列句中没有语病的一项是（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能否根治网吧顽症，是青少年健康成长的因素。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同学们要有主动提出、分析、解决问题的意识。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抢红包参与的原因是由于玩法刺激。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旨在普及足球，进一步培养青少年足球水平。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16. 下列句中没有语病的一项是（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能否根治网吧顽症，是青少年健康成长的因素。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同学们要有主动提出、分析、解决问题的意识。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抢红包参与的原因是由于玩法刺激。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旨在普及足球，进一步培养青少年足球水平。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16. 下列句中没有语病的一项是（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能否根治网吧顽症，是青少年健康成长的因素。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同学们要有主动提出、分析、解决问题的意识。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抢红包参与的原因是由于玩法刺激。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旨在普及足球，进一步培养青少年足球水平。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解析：A两面对一面；C句式杂糅（“原因”与“由于”）；D搭配不当（“水平”应搭配“提高”）。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17. 下列关于文学文化常识的表述，不正确的一项是（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《聊斋志异》是明代文学家蒲松龄的作品。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《纪念白求恩》夹叙夹议，以议为主。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“新社”一般在立春之后，清明之前。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重阳节又称“登高节”“茱萸节”。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17. 下列关于文学文化常识的表述，不正确的一项是（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《聊斋志异》是明代文学家蒲松龄的作品。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《纪念白求恩》夹叙夹议，以议为主。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“新社”一般在立春之后，清明之前。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重阳节又称“登高节”“茱萸节”。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17. 下列关于文学文化常识的表述，不正确的一项是（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《聊斋志异》是明代文学家蒲松龄的作品。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《纪念白求恩》夹叙夹议，以议为主。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“新社”一般在立春之后，清明之前。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重阳节又称“登高节”“茱萸节”。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解析：蒲松龄是清代文学家，非明代。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18. 下列对文学名著的表述正确的一项是（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《西游记》是富有想象力的科幻小说。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“老莱娱亲”出自《百草园到三味书屋》。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《朝花夕拾》是鲁迅先生的小说集。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《西游记》全书百回，小故事可独立成篇。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18. 下列对文学名著的表述正确的一项是（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《西游记》是富有想象力的科幻小说。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“老莱娱亲”出自《百草园到三味书屋》。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《朝花夕拾》是鲁迅先生的小说集。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《西游记》全书百回，小故事可独立成篇。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18. 下列对文学名著的表述正确的一项是（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《西游记》是富有想象力的科幻小说。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“老莱娱亲”出自《百草园到三味书屋》。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《朝花夕拾》是鲁迅先生的小说集。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《西游记》全书百回，小故事可独立成篇。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解析：A应为浪漫主义小说；B出自《二十四孝图》；C是散文集。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19. 下列对相关名著的解说，不正确的一项是（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鲁迅塑造了长妈妈、藤野先生等正面形象。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孙悟空依次被称为：石猴、美猴王、齐天大圣。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《五猖会》中父亲责令背诵《千字文》。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《西游记》曲折反映了反抗精神。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19. 下列对相关名著的解说，不正确的一项是（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鲁迅塑造了长妈妈、藤野先生等正面形象。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孙悟空依次被称为：石猴、美猴王、齐天大圣。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《五猖会》中父亲责令背诵《千字文》。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《西游记》曲折反映了反抗精神。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19. 下列对相关名著的解说，不正确的一项是（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鲁迅塑造了长妈妈、藤野先生等正面形象。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孙悟空依次被称为：石猴、美猴王、齐天大圣。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《五猖会》中父亲责令背诵《千字文》。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《西游记》曲折反映了反抗精神。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解析：《五猖会》中父亲责令背诵的是《鉴略》，非《千字文》。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20. 下列对相关名著的表述正确的一项是（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孙悟空有关的故事有“打碎琉璃盏”。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“眼球白多黑少”的人物是范爱农。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吴承恩是清代文学家。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赞美了“老莱娱亲”“郭巨埋儿”故事。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20. 下列对相关名著的表述正确的一项是（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孙悟空有关的故事有“打碎琉璃盏”。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“眼球白多黑少”的人物是范爱农。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吴承恩是清代文学家。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赞美了“老莱娱亲”“郭巨埋儿”故事。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20. 下列对相关名著的表述正确的一项是（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孙悟空有关的故事有“打碎琉璃盏”。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“眼球白多黑少”的人物是范爱农。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吴承恩是清代文学家。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赞美了“老莱娱亲”“郭巨埋儿”故事。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解析：A打碎琉璃盏的是沙和尚；C吴承恩是明代人；D鲁迅批判了这些虚伪残酷的封建孝道故事。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21. 下列各项中分析正确的一项是（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“好像我小时候...”运用了比喻。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“放下饱食过稻香的镰刀...”运用了拟人。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“柔软”是名词。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“晚间”是形容词。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21. 下列各项中分析正确的一项是（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“好像我小时候...”运用了比喻。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“放下饱食过稻香的镰刀...”运用了拟人。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“柔软”是名词。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“晚间”是形容词。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21. 下列各项中分析正确的一项是（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“好像我小时候...”运用了比喻。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“放下饱食过稻香的镰刀...”运用了拟人。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“柔软”是名词。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“晚间”是形容词。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解析：A为类比；B赋予镰刀动作，为拟人；C“柔软”是形容词；D“晚间”是名词。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22. 下面句子没有语病的一项是（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读了《秋天的怀念》，我们无不被母爱感动。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《秋天的怀念》大约有2000字左右。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曾被誉为中国最杰出作品及50本经典著作。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越剧对她一点儿都不陌生。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22. 下面句子没有语病的一项是（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读了《秋天的怀念》，我们无不被母爱感动。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《秋天的怀念》大约有2000字左右。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曾被誉为中国最杰出作品及50本经典著作。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越剧对她一点儿都不陌生。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22. 下面句子没有语病的一项是（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读了《秋天的怀念》，我们无不被母爱感动。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《秋天的怀念》大约有2000字左右。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曾被誉为中国最杰出作品及50本经典著作。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越剧对她一点儿都不陌生。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解析：B重复（大约/左右）；C成分残缺（应加“之一”）；D主客倒置。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23. 子曰：“三人行，必有我师焉。择其善者而从之，其不善者而改之。”这句话意在（   ）**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学习好的，不学习坏的。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优点应学习，缺点应引以为戒。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指出老师的缺点。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每个人都有学习价值。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23. 子曰：“三人行，必有我师焉。择其善者而从之，其不善者而改之。”这句话意在（   ）**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学习好的，不学习坏的。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优点应学习，缺点应引以为戒。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指出老师的缺点。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每个人都有学习价值。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23. 子曰：“三人行，必有我师焉。择其善者而从之，其不善者而改之。”这句话意在（   ）**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学习好的，不学习坏的。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优点应学习，缺点应引以为戒。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指出老师的缺点。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每个人都有学习价值。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解析：看到优点学习，看到不好的地方则反省并改正自己。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24. 阅读文字片段，下列表述有误的一项是（   ） “因为我有了这种防御，所以就继续工作起来。”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“半个钟头”是偏正短语。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这是一个递进关系复句。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“我”是代词。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“赶紧”是状语。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24. 阅读文字片段，下列表述有误的一项是（   ） “因为我有了这种防御，所以就继续工作起来。”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“半个钟头”是偏正短语。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这是一个递进关系复句。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“我”是代词。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“赶紧”是状语。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24. 阅读文字片段，下列表述有误的一项是（   ） “因为我有了这种防御，所以就继续工作起来。”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“半个钟头”是偏正短语。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这是一个递进关系复句。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“我”是代词。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“赶紧”是状语。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解析：这是一个由“因为……所以……”引导的因果关系复句。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25.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“争执、激荡、唤醒、惭愧”都是动词。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“狭隘、丑陋、愚蠢”中没有中性词。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句中既有数词也有量词。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“理想是闹钟”运用了比喻。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25.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“争执、激荡、唤醒、惭愧”都是动词。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“狭隘、丑陋、愚蠢”中没有中性词。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句中既有数词也有量词。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“理想是闹钟”运用了比喻。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25.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“争执、激荡、唤醒、惭愧”都是动词。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“狭隘、丑陋、愚蠢”中没有中性词。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句中既有数词也有量词。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“理想是闹钟”运用了比喻。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解析：“惭愧”是形容词，不属于动词。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26. 下面句子没有使用修辞手法的一项是（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盼望着，盼望着，春天的脚步近了。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“我在开花”它们在笑，嚷嚷。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夕阳西下，断肠人在天涯。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“一年之计在于春”，刚起头儿。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26. 下面句子没有使用修辞手法的一项是（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盼望着，盼望着，春天的脚步近了。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“我在开花”它们在笑，嚷嚷。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夕阳西下，断肠人在天涯。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“一年之计在于春”，刚起头儿。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26. 下面句子没有使用修辞手法的一项是（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盼望着，盼望着，春天的脚步近了。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“我在开花”它们在笑，嚷嚷。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夕阳西下，断肠人在天涯。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“一年之计在于春”，刚起头儿。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解析：A反复/拟人；B拟人；D引用。C为纯粹白描，无修辞。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27. 下列各项表述有误的一项是（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“小”是形容词，“创造”是动词。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“相貌”和“举动”都是名词。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“似乎”是名词。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“管理宇宙”是动宾短语。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27. 下列各项表述有误的一项是（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“小”是形容词，“创造”是动词。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“相貌”和“举动”都是名词。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“似乎”是名词。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“管理宇宙”是动宾短语。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27. 下列各项表述有误的一项是（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“小”是形容词，“创造”是动词。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“相貌”和“举动”都是名词。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“似乎”是名词。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“管理宇宙”是动宾短语。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解析：“似乎”是副词，常在句中作状语表示推测。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28.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“里”是名词。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“一遍”是数量词。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“狭隘”是褒义词。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“进”和“退”是反义词。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28.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“里”是名词。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“一遍”是数量词。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“狭隘”是褒义词。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“进”和“退”是反义词。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28.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“里”是名词。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“一遍”是数量词。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“狭隘”是褒义词。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“进”和“退”是反义词。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解析：“狭隘”在文中带有贬义色彩。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29. 下列加点词的解释有误的一项是（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静：屏除杂念。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远：遥远。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行：为人行事。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励精：振奋精神。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29. 下列加点词的解释有误的一项是（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静：屏除杂念。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远：遥远。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行：为人行事。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励精：振奋精神。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29. 下列加点词的解释有误的一项是（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静：屏除杂念。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远：遥远。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行：为人行事。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励精：振奋精神。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解析：在“致远”中，“远”指远大的目标（形容词作名词）。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30.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“怎样”“他们”都是代词。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“她”是人称代词。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“天地”是代词。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“这”是指示代词。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30.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“怎样”“他们”都是代词。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“她”是人称代词。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“天地”是代词。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“这”是指示代词。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30.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“怎样”“他们”都是代词。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“她”是人称代词。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“天地”是代词。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“这”是指示代词。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解析：“天地”是名词而非代词。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31. 下列各句中标点符号使用正确的一项是（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受不住大雪的。那些小山太秀气。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那鹅就不然：它傲然地站着...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两对么？...两对么。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“也用德国话唱歌吧”！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31. 下列各句中标点符号使用正确的一项是（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受不住大雪的。那些小山太秀气。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那鹅就不然：它傲然地站着...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两对么？...两对么。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“也用德国话唱歌吧”！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31. 下列各句中标点符号使用正确的一项是（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受不住大雪的。那些小山太秀气。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那鹅就不然：它傲然地站着...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两对么？...两对么。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“也用德国话唱歌吧”！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解析：A应为逗号；C末尾应为问号；D叹号应在引号内。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32. 下列句子标点符号使用正确的一项是（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选自《全集》（出版社版。）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要求干部“提高虚拟社会管理水平”。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“这是怎么啦？同学们。”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越剧、沪剧、黄梅戏、豫剧。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32. 下列句子标点符号使用正确的一项是（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选自《全集》（出版社版。）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要求干部“提高虚拟社会管理水平”。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“这是怎么啦？同学们。”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越剧、沪剧、黄梅戏、豫剧。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32. 下列句子标点符号使用正确的一项是（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选自《全集》（出版社版。）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要求干部“提高虚拟社会管理水平”。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“这是怎么啦？同学们。”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越剧、沪剧、黄梅戏、豫剧。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解析：A句号在括号外；C问号在句末；D地域剧种间应用逗号分隔层次。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33. 下列句中加点词的意义和用法相同的一项是（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宋之丁氏 / 因往晓之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问之于丁氏 / 于井中也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有闻而传之者 / 求闻之若此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求闻之若此 / 若屈伸呼吸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33. 下列句中加点词的意义和用法相同的一项是（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宋之丁氏 / 因往晓之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问之于丁氏 / 于井中也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有闻而传之者 / 求闻之若此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求闻之若此 / 若屈伸呼吸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33. 下列句中加点词的意义和用法相同的一项是（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宋之丁氏 / 因往晓之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问之于丁氏 / 于井中也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有闻而传之者 / 求闻之若此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求闻之若此 / 若屈伸呼吸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解析：C项两个“闻”均为“听闻、听到”之意。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34. 下列句子中没有语病的一项是（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应互换“支持”和“理解”。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“事业”后应加“发展步伐”。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曹文轩获大奖，被誉为“小诺贝尔奖”。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删掉“看到”或“让”。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34. 下列句子中没有语病的一项是（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应互换“支持”和“理解”。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“事业”后应加“发展步伐”。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曹文轩获大奖，被誉为“小诺贝尔奖”。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删掉“看到”或“让”。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34. 下列句子中没有语病的一项是（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应互换“支持”和“理解”。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“事业”后应加“发展步伐”。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曹文轩获大奖，被誉为“小诺贝尔奖”。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删掉“看到”或“让”。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解析：A语序不当；B成分残缺；D滥用介词导致主语缺失。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35. 对全诗内容分析有误的一项是（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“观沧海”是全诗的诗眼。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“日月之行”是写诗人眼前实景。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海水山岛显示宏伟气象。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最后两句是加的乐曲终止句。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35. 对全诗内容分析有误的一项是（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“观沧海”是全诗的诗眼。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“日月之行”是写诗人眼前实景。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海水山岛显示宏伟气象。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最后两句是加的乐曲终止句。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35. 对全诗内容分析有误的一项是（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“观沧海”是全诗的诗眼。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“日月之行”是写诗人眼前实景。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海水山岛显示宏伟气象。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最后两句是加的乐曲终止句。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解析：“日月之行，若出其中”是诗人的宏大想象，非眼前实景。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36. 下列加点的词语没有使用引申义或比喻义的一项是（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你不要有包袱。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甩掉了尾巴。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重要咽喉。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责任和义务。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36. 下列加点的词语没有使用引申义或比喻义的一项是（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你不要有包袱。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甩掉了尾巴。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重要咽喉。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责任和义务。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答案：D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36. 下列加点的词语没有使用引申义或比喻义的一项是（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你不要有包袱。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甩掉了尾巴。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重要咽喉。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责任和义务。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0000"/>
                </a:solidFill>
              </a:defRPr>
            </a:pPr>
            <a:r>
              <a:t>答案：D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解析：“包袱”、“尾巴”、“咽喉”在句中分别比喻负担、跟踪者、要道。D项为本义。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